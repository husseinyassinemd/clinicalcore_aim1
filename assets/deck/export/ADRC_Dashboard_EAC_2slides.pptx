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20"/>
  </p:notesMasterIdLst>
  <p:sldIdLst>
    <p:sldId id="256" r:id="rId8"/>
    <p:sldId id="257" r:id="rId9"/>
  </p:sldIdLst>
  <p:sldSz cx="12192000" cy="6858000"/>
  <p:notesSz cx="6953250" cy="9239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66FF33"/>
    <a:srgbClr val="3366FF"/>
    <a:srgbClr val="DEF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DC475-0435-4565-ADBC-4FB71BF5CD9B}" v="98" dt="2026-09-22T10:41:32.9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97159" autoAdjust="0"/>
  </p:normalViewPr>
  <p:slideViewPr>
    <p:cSldViewPr snapToGrid="0">
      <p:cViewPr varScale="1">
        <p:scale>
          <a:sx n="141" d="100"/>
          <a:sy n="141" d="100"/>
        </p:scale>
        <p:origin x="1062" y="120"/>
      </p:cViewPr>
      <p:guideLst/>
    </p:cSldViewPr>
  </p:slideViewPr>
  <p:outlineViewPr>
    <p:cViewPr>
      <p:scale>
        <a:sx n="33" d="100"/>
        <a:sy n="33" d="100"/>
      </p:scale>
      <p:origin x="0" y="-11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3075" cy="4635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8566" y="1"/>
            <a:ext cx="3013075" cy="4635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C1AE9-1455-4C68-B041-020FBC607B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6389"/>
            <a:ext cx="5562600" cy="36379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5685"/>
            <a:ext cx="3013075" cy="4635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8566" y="8775685"/>
            <a:ext cx="3013075" cy="4635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89949-FA11-4CCC-9854-AEE2B2377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51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909905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A393-A9E2-874E-B32D-26AEBBC2D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A3460-99DC-2649-BC1D-A41075212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F767-3760-2047-9CEE-4968951EC1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1FB1B-1D2C-5545-B154-F8D713B9A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CE526-707D-4B46-B4FA-383DD099B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722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D7EF-BEB2-E241-A182-70949D60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734F8-9637-7B48-BBBB-73A930892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5AB52-41F9-2047-AE8F-BDDCEC0428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D222C-E89D-9B43-B72F-EF7889F4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253A2-924E-7D42-94E9-3E9FF806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3002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CBEF-DE2D-7547-B67C-642722D8B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8B216-432F-B045-AF3C-771427DD7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78A1-21A6-2145-B5C4-F95D934132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ECA0B-626E-1944-B807-ECF41918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5172F-9362-6841-959B-4B87BB47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5489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DE8C1-FECD-094F-B3CB-15B9228A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0360-F990-D347-A9DA-9B09C7F16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B389E-7384-4B4F-AC03-F06DDE654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C524A-09AA-4A4D-943D-FED535295B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A1B84-E75D-1344-832B-0F23F291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3B277-9D82-5843-BD8F-51C79C05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8918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E80C1-1850-2444-85ED-67CBCB55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CB71A-8443-1746-A893-DEF1BCF72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BF3D4-DB0A-9745-8B84-15CD31CDB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216FBB-9EFA-DF47-8BD1-8DDA9374F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761FFA-9B80-D147-8A7C-63D3DD008D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E0CCA-9B2F-6C4F-92A3-8827C150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33E960-02BE-784B-94EE-BF405430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97F371-65DD-D240-A7C6-252C3D54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049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E6E5-C088-D340-8D8C-BE2BB9661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E3D26F-24C8-8C4F-88AC-7B8441725F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ACA338-D84B-FB48-9D34-F16513A58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BCD03-51CC-284D-A637-5533D79A5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261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081855-EBBB-BB4C-B29E-986434E1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05834-28C7-FF40-8161-038AB122A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D86DC-770E-044B-B39D-86B31968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290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8491F-EC69-BC42-824C-2DD48AFD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8C224-77CB-1F4A-89E2-D14C87F6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18BB1F-993B-B449-9DD3-159402017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42FE0-42F5-CB4D-BB5A-6DA616AFD8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57A59-2120-3E41-893A-D5B099843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FA2AC-2C11-084F-9DA2-9A4E0984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081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2AFB-C40F-044B-B570-42F0C8050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1E55BC-ED99-8542-AA81-0C1EC170F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C5CA4-C49C-E943-93C0-E21518F67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C18BE-6245-9942-97C9-A1586F6F8B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2156B-7DB9-D141-BDBF-99D6DF9C2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72B78-8F5E-D54B-9817-BFF683DAC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665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540C0-4E5C-E444-972C-7EB5E673A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24AA0-864E-9043-87A6-ACFC3D13A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A83C6-E3B2-7446-BCA8-3588F58EE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B2CF4-42DE-8744-ADD7-63B0F3246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C9C76-953E-1644-95A7-532EC45A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3987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9A634B-3D9B-BB48-B886-35276E26F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D8604-C350-724E-AACC-1CB64069F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881AE-87D1-5D41-AAA5-DD1A461527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0FDDFF4-853E-4B42-A4FF-CD32BC29A87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369E0-A7A2-E941-B7E5-B099732C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8232C-BFBC-BD49-BAAC-43096191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3E7B1855-122A-114A-96A7-0956D5C6322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2638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581497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io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F0B3BF-6174-03B5-66B2-DC8023C9C02C}"/>
              </a:ext>
            </a:extLst>
          </p:cNvPr>
          <p:cNvSpPr/>
          <p:nvPr userDrawn="1"/>
        </p:nvSpPr>
        <p:spPr>
          <a:xfrm>
            <a:off x="0" y="6038850"/>
            <a:ext cx="12192000" cy="819150"/>
          </a:xfrm>
          <a:prstGeom prst="rect">
            <a:avLst/>
          </a:prstGeom>
          <a:solidFill>
            <a:srgbClr val="790A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>
              <a:defRPr/>
            </a:pPr>
            <a:endParaRPr lang="en-US" sz="1350" dirty="0">
              <a:solidFill>
                <a:prstClr val="white"/>
              </a:solidFill>
              <a:latin typeface="Palatino Linotype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EC2355-8B47-E129-B25F-955682BF9EE2}"/>
              </a:ext>
            </a:extLst>
          </p:cNvPr>
          <p:cNvCxnSpPr/>
          <p:nvPr/>
        </p:nvCxnSpPr>
        <p:spPr>
          <a:xfrm>
            <a:off x="0" y="6038850"/>
            <a:ext cx="12192000" cy="1588"/>
          </a:xfrm>
          <a:prstGeom prst="line">
            <a:avLst/>
          </a:prstGeom>
          <a:ln w="25400">
            <a:solidFill>
              <a:srgbClr val="F1AB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8" descr="Keck Medicine Lockups white gold PMS_2lines.eps">
            <a:extLst>
              <a:ext uri="{FF2B5EF4-FFF2-40B4-BE49-F238E27FC236}">
                <a16:creationId xmlns:a16="http://schemas.microsoft.com/office/drawing/2014/main" id="{C8D24764-0E47-78A9-A399-BF53340349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1" y="6188076"/>
            <a:ext cx="2520951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D77EDB-DD27-B9B4-A021-150D33556B3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3951" y="6342064"/>
            <a:ext cx="6985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 Unicode MS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Unicode MS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9pPr>
          </a:lstStyle>
          <a:p>
            <a:pPr>
              <a:defRPr/>
            </a:pPr>
            <a:fld id="{B09B1223-AAEB-4A42-A67D-B5ADE37A57B2}" type="slidenum">
              <a:rPr lang="en-US" altLang="en-US" sz="1600" smtClean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defRPr/>
              </a:pPr>
              <a:t>‹#›</a:t>
            </a:fld>
            <a:endParaRPr lang="en-US" altLang="en-US" sz="160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609600" y="1357217"/>
            <a:ext cx="10972800" cy="4086045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Clr>
                <a:srgbClr val="790A26"/>
              </a:buClr>
              <a:buSzPct val="85000"/>
              <a:buFont typeface="Wingdings" panose="05000000000000000000" pitchFamily="2" charset="2"/>
              <a:buChar char="§"/>
              <a:defRPr sz="2400" b="0" baseline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Clr>
                <a:srgbClr val="790A26"/>
              </a:buClr>
              <a:buSzPct val="85000"/>
              <a:buFont typeface="Wingdings" panose="05000000000000000000" pitchFamily="2" charset="2"/>
              <a:buChar char="§"/>
              <a:defRPr sz="2000" b="0" baseline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Clr>
                <a:srgbClr val="790A26"/>
              </a:buClr>
              <a:buSzPct val="85000"/>
              <a:buFont typeface="Wingdings" panose="05000000000000000000" pitchFamily="2" charset="2"/>
              <a:buChar char="§"/>
              <a:defRPr sz="1800" b="0" baseline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Clr>
                <a:srgbClr val="790A26"/>
              </a:buClr>
              <a:buSzPct val="85000"/>
              <a:buFont typeface="Wingdings" panose="05000000000000000000" pitchFamily="2" charset="2"/>
              <a:buChar char="§"/>
              <a:defRPr sz="1600" b="0" baseline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Clr>
                <a:srgbClr val="790A26"/>
              </a:buClr>
              <a:buSzPct val="85000"/>
              <a:buFont typeface="Wingdings" panose="05000000000000000000" pitchFamily="2" charset="2"/>
              <a:buChar char="§"/>
              <a:defRPr sz="1600" b="0" baseline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906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000" b="1" i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817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175501" y="5991226"/>
            <a:ext cx="4406900" cy="257175"/>
          </a:xfrm>
          <a:prstGeom prst="rect">
            <a:avLst/>
          </a:prstGeom>
        </p:spPr>
        <p:txBody>
          <a:bodyPr lIns="0" rIns="0" anchor="b"/>
          <a:lstStyle>
            <a:lvl1pPr marL="0" indent="0" algn="r">
              <a:buNone/>
              <a:defRPr sz="80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189702"/>
            <a:ext cx="10972800" cy="800899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33799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teri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2F43742-28BC-4798-81FE-C155C2D9269C}"/>
              </a:ext>
            </a:extLst>
          </p:cNvPr>
          <p:cNvCxnSpPr/>
          <p:nvPr userDrawn="1"/>
        </p:nvCxnSpPr>
        <p:spPr>
          <a:xfrm>
            <a:off x="0" y="5943600"/>
            <a:ext cx="12192000" cy="1588"/>
          </a:xfrm>
          <a:prstGeom prst="line">
            <a:avLst/>
          </a:prstGeom>
          <a:ln w="25400">
            <a:solidFill>
              <a:srgbClr val="F1AB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10" descr="1-Line_KeckSOMofUSC_Gold_White.eps">
            <a:extLst>
              <a:ext uri="{FF2B5EF4-FFF2-40B4-BE49-F238E27FC236}">
                <a16:creationId xmlns:a16="http://schemas.microsoft.com/office/drawing/2014/main" id="{B501F5F9-B94D-4F1B-A7CB-9E12358BA1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6262688"/>
            <a:ext cx="4978400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15">
            <a:extLst>
              <a:ext uri="{FF2B5EF4-FFF2-40B4-BE49-F238E27FC236}">
                <a16:creationId xmlns:a16="http://schemas.microsoft.com/office/drawing/2014/main" id="{C7B322CB-B66E-4A51-B700-24201DAA23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7600" y="6229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dirty="0">
                <a:solidFill>
                  <a:prstClr val="white"/>
                </a:solidFill>
                <a:latin typeface="National-Extrabold"/>
                <a:ea typeface="National-Extrabold"/>
                <a:cs typeface="National-Extrabol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84512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tags" Target="../tags/tag1.xml"/><Relationship Id="rId1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1CA54-BBE5-9445-A437-AA00959F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6B00C-CA8B-C942-8E11-CD9D7A286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BB92E830-722E-214F-8A25-1AC4A4C4ACCD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18"/>
    </p:custDataLst>
    <p:extLst>
      <p:ext uri="{BB962C8B-B14F-4D97-AF65-F5344CB8AC3E}">
        <p14:creationId xmlns:p14="http://schemas.microsoft.com/office/powerpoint/2010/main" val="1193966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RC_Dashboard_Slide1_Pur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RC_Dashboard_Slide2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ank Presentation.pot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7280</TotalTime>
  <Words>4454</Words>
  <Application>Microsoft Office PowerPoint</Application>
  <PresentationFormat>Widescreen</PresentationFormat>
  <Paragraphs>161</Paragraphs>
  <Slides>18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National-Extrabold</vt:lpstr>
      <vt:lpstr>Arial</vt:lpstr>
      <vt:lpstr>Calibri</vt:lpstr>
      <vt:lpstr>Calibri Light</vt:lpstr>
      <vt:lpstr>Palatino Linotype</vt:lpstr>
      <vt:lpstr>Segoe UI</vt:lpstr>
      <vt:lpstr>Wingdings</vt:lpstr>
      <vt:lpstr>Custom Design</vt:lpstr>
      <vt:lpstr> </vt:lpstr>
      <vt:lpstr>Overarching Goals </vt:lpstr>
      <vt:lpstr>PowerPoint Presentation</vt:lpstr>
      <vt:lpstr>PowerPoint Presentation</vt:lpstr>
      <vt:lpstr>PowerPoint Presentation</vt:lpstr>
      <vt:lpstr>PowerPoint Presentation</vt:lpstr>
      <vt:lpstr>Appendix</vt:lpstr>
      <vt:lpstr>Overarching Goals </vt:lpstr>
      <vt:lpstr>PowerPoint Presentation</vt:lpstr>
      <vt:lpstr> </vt:lpstr>
      <vt:lpstr>Administrative Core: Specific Aims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Administrative Core: Specific Aims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Dementia Diagnosis: Coming into Focus over 40 years</dc:title>
  <dc:creator>Chui, Helena</dc:creator>
  <cp:lastModifiedBy>Helena Chui</cp:lastModifiedBy>
  <cp:revision>10</cp:revision>
  <cp:lastPrinted>2026-09-07T22:12:47Z</cp:lastPrinted>
  <dcterms:created xsi:type="dcterms:W3CDTF">2022-10-13T15:20:50Z</dcterms:created>
  <dcterms:modified xsi:type="dcterms:W3CDTF">2026-09-22T10:47:44Z</dcterms:modified>
</cp:coreProperties>
</file>